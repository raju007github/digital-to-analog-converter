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  <p:sldMasterId id="2147483671" r:id="rId2"/>
  </p:sldMasterIdLst>
  <p:notesMasterIdLst>
    <p:notesMasterId r:id="rId2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81" r:id="rId18"/>
    <p:sldId id="279" r:id="rId19"/>
    <p:sldId id="280" r:id="rId2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2449F9-ED68-498C-8F4E-00C22CCE4E55}" v="65" dt="2025-12-16T15:22:40.738"/>
  </p1510:revLst>
</p1510:revInfo>
</file>

<file path=ppt/tableStyles.xml><?xml version="1.0" encoding="utf-8"?>
<a:tblStyleLst xmlns:a="http://schemas.openxmlformats.org/drawingml/2006/main" def="{B11CB62A-9840-4C5A-8DBF-F8D39E75C9C8}">
  <a:tblStyle styleId="{B11CB62A-9840-4C5A-8DBF-F8D39E75C9C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930" y="6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microsoft.com/office/2016/11/relationships/changesInfo" Target="changesInfos/changesInfo1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jwal Rachoti" userId="501df77f7f61eba1" providerId="LiveId" clId="{362449F9-ED68-498C-8F4E-00C22CCE4E55}"/>
    <pc:docChg chg="undo custSel addSld delSld modSld sldOrd">
      <pc:chgData name="Ujwal Rachoti" userId="501df77f7f61eba1" providerId="LiveId" clId="{362449F9-ED68-498C-8F4E-00C22CCE4E55}" dt="2025-12-16T15:23:03.225" v="1045" actId="255"/>
      <pc:docMkLst>
        <pc:docMk/>
      </pc:docMkLst>
      <pc:sldChg chg="modSp mod">
        <pc:chgData name="Ujwal Rachoti" userId="501df77f7f61eba1" providerId="LiveId" clId="{362449F9-ED68-498C-8F4E-00C22CCE4E55}" dt="2025-12-16T14:27:26.372" v="265" actId="207"/>
        <pc:sldMkLst>
          <pc:docMk/>
          <pc:sldMk cId="0" sldId="256"/>
        </pc:sldMkLst>
        <pc:spChg chg="mod">
          <ac:chgData name="Ujwal Rachoti" userId="501df77f7f61eba1" providerId="LiveId" clId="{362449F9-ED68-498C-8F4E-00C22CCE4E55}" dt="2025-12-16T14:25:55.875" v="242" actId="20577"/>
          <ac:spMkLst>
            <pc:docMk/>
            <pc:sldMk cId="0" sldId="256"/>
            <ac:spMk id="130" creationId="{00000000-0000-0000-0000-000000000000}"/>
          </ac:spMkLst>
        </pc:spChg>
        <pc:graphicFrameChg chg="mod modGraphic">
          <ac:chgData name="Ujwal Rachoti" userId="501df77f7f61eba1" providerId="LiveId" clId="{362449F9-ED68-498C-8F4E-00C22CCE4E55}" dt="2025-12-16T14:27:26.372" v="265" actId="207"/>
          <ac:graphicFrameMkLst>
            <pc:docMk/>
            <pc:sldMk cId="0" sldId="256"/>
            <ac:graphicFrameMk id="131" creationId="{00000000-0000-0000-0000-000000000000}"/>
          </ac:graphicFrameMkLst>
        </pc:graphicFrameChg>
      </pc:sldChg>
      <pc:sldChg chg="addSp delSp modSp mod">
        <pc:chgData name="Ujwal Rachoti" userId="501df77f7f61eba1" providerId="LiveId" clId="{362449F9-ED68-498C-8F4E-00C22CCE4E55}" dt="2025-12-16T15:19:47.214" v="1016" actId="1076"/>
        <pc:sldMkLst>
          <pc:docMk/>
          <pc:sldMk cId="0" sldId="257"/>
        </pc:sldMkLst>
        <pc:spChg chg="add del mod">
          <ac:chgData name="Ujwal Rachoti" userId="501df77f7f61eba1" providerId="LiveId" clId="{362449F9-ED68-498C-8F4E-00C22CCE4E55}" dt="2025-12-16T14:33:23.661" v="271"/>
          <ac:spMkLst>
            <pc:docMk/>
            <pc:sldMk cId="0" sldId="257"/>
            <ac:spMk id="2" creationId="{7DE6F115-1FD7-49D1-9433-89A3B0CCF717}"/>
          </ac:spMkLst>
        </pc:spChg>
        <pc:spChg chg="add mod">
          <ac:chgData name="Ujwal Rachoti" userId="501df77f7f61eba1" providerId="LiveId" clId="{362449F9-ED68-498C-8F4E-00C22CCE4E55}" dt="2025-12-16T14:36:01.752" v="290" actId="12"/>
          <ac:spMkLst>
            <pc:docMk/>
            <pc:sldMk cId="0" sldId="257"/>
            <ac:spMk id="3" creationId="{B2B7766D-BAEE-4925-8BD2-A1C2EECCB88F}"/>
          </ac:spMkLst>
        </pc:spChg>
        <pc:spChg chg="mod">
          <ac:chgData name="Ujwal Rachoti" userId="501df77f7f61eba1" providerId="LiveId" clId="{362449F9-ED68-498C-8F4E-00C22CCE4E55}" dt="2025-12-16T15:19:47.214" v="1016" actId="1076"/>
          <ac:spMkLst>
            <pc:docMk/>
            <pc:sldMk cId="0" sldId="257"/>
            <ac:spMk id="139" creationId="{00000000-0000-0000-0000-000000000000}"/>
          </ac:spMkLst>
        </pc:spChg>
        <pc:spChg chg="mod">
          <ac:chgData name="Ujwal Rachoti" userId="501df77f7f61eba1" providerId="LiveId" clId="{362449F9-ED68-498C-8F4E-00C22CCE4E55}" dt="2025-12-16T14:32:58.976" v="268" actId="20578"/>
          <ac:spMkLst>
            <pc:docMk/>
            <pc:sldMk cId="0" sldId="257"/>
            <ac:spMk id="140" creationId="{00000000-0000-0000-0000-000000000000}"/>
          </ac:spMkLst>
        </pc:spChg>
      </pc:sldChg>
      <pc:sldChg chg="modSp mod">
        <pc:chgData name="Ujwal Rachoti" userId="501df77f7f61eba1" providerId="LiveId" clId="{362449F9-ED68-498C-8F4E-00C22CCE4E55}" dt="2025-12-16T15:19:54.980" v="1018" actId="1076"/>
        <pc:sldMkLst>
          <pc:docMk/>
          <pc:sldMk cId="0" sldId="258"/>
        </pc:sldMkLst>
        <pc:spChg chg="mod">
          <ac:chgData name="Ujwal Rachoti" userId="501df77f7f61eba1" providerId="LiveId" clId="{362449F9-ED68-498C-8F4E-00C22CCE4E55}" dt="2025-12-16T15:19:54.980" v="1018" actId="1076"/>
          <ac:spMkLst>
            <pc:docMk/>
            <pc:sldMk cId="0" sldId="258"/>
            <ac:spMk id="148" creationId="{00000000-0000-0000-0000-000000000000}"/>
          </ac:spMkLst>
        </pc:spChg>
        <pc:spChg chg="mod">
          <ac:chgData name="Ujwal Rachoti" userId="501df77f7f61eba1" providerId="LiveId" clId="{362449F9-ED68-498C-8F4E-00C22CCE4E55}" dt="2025-12-16T14:44:38.834" v="362" actId="1076"/>
          <ac:spMkLst>
            <pc:docMk/>
            <pc:sldMk cId="0" sldId="258"/>
            <ac:spMk id="149" creationId="{00000000-0000-0000-0000-000000000000}"/>
          </ac:spMkLst>
        </pc:spChg>
      </pc:sldChg>
      <pc:sldChg chg="addSp delSp modSp mod">
        <pc:chgData name="Ujwal Rachoti" userId="501df77f7f61eba1" providerId="LiveId" clId="{362449F9-ED68-498C-8F4E-00C22CCE4E55}" dt="2025-12-16T15:20:06.451" v="1021" actId="1076"/>
        <pc:sldMkLst>
          <pc:docMk/>
          <pc:sldMk cId="0" sldId="259"/>
        </pc:sldMkLst>
        <pc:spChg chg="add mod">
          <ac:chgData name="Ujwal Rachoti" userId="501df77f7f61eba1" providerId="LiveId" clId="{362449F9-ED68-498C-8F4E-00C22CCE4E55}" dt="2025-12-16T15:20:06.451" v="1021" actId="1076"/>
          <ac:spMkLst>
            <pc:docMk/>
            <pc:sldMk cId="0" sldId="259"/>
            <ac:spMk id="2" creationId="{EE7E5794-9BC1-4D1E-8487-A834015C0FF9}"/>
          </ac:spMkLst>
        </pc:spChg>
        <pc:spChg chg="mod">
          <ac:chgData name="Ujwal Rachoti" userId="501df77f7f61eba1" providerId="LiveId" clId="{362449F9-ED68-498C-8F4E-00C22CCE4E55}" dt="2025-12-16T15:20:00.659" v="1019" actId="1076"/>
          <ac:spMkLst>
            <pc:docMk/>
            <pc:sldMk cId="0" sldId="259"/>
            <ac:spMk id="157" creationId="{00000000-0000-0000-0000-000000000000}"/>
          </ac:spMkLst>
        </pc:spChg>
        <pc:picChg chg="del mod">
          <ac:chgData name="Ujwal Rachoti" userId="501df77f7f61eba1" providerId="LiveId" clId="{362449F9-ED68-498C-8F4E-00C22CCE4E55}" dt="2025-12-16T14:42:28.486" v="307" actId="478"/>
          <ac:picMkLst>
            <pc:docMk/>
            <pc:sldMk cId="0" sldId="259"/>
            <ac:picMk id="158" creationId="{00000000-0000-0000-0000-000000000000}"/>
          </ac:picMkLst>
        </pc:picChg>
      </pc:sldChg>
      <pc:sldChg chg="addSp delSp modSp mod">
        <pc:chgData name="Ujwal Rachoti" userId="501df77f7f61eba1" providerId="LiveId" clId="{362449F9-ED68-498C-8F4E-00C22CCE4E55}" dt="2025-12-16T14:47:23.096" v="392" actId="1076"/>
        <pc:sldMkLst>
          <pc:docMk/>
          <pc:sldMk cId="0" sldId="260"/>
        </pc:sldMkLst>
        <pc:spChg chg="mod">
          <ac:chgData name="Ujwal Rachoti" userId="501df77f7f61eba1" providerId="LiveId" clId="{362449F9-ED68-498C-8F4E-00C22CCE4E55}" dt="2025-12-16T14:46:38.357" v="389" actId="1076"/>
          <ac:spMkLst>
            <pc:docMk/>
            <pc:sldMk cId="0" sldId="260"/>
            <ac:spMk id="166" creationId="{00000000-0000-0000-0000-000000000000}"/>
          </ac:spMkLst>
        </pc:spChg>
        <pc:picChg chg="add mod">
          <ac:chgData name="Ujwal Rachoti" userId="501df77f7f61eba1" providerId="LiveId" clId="{362449F9-ED68-498C-8F4E-00C22CCE4E55}" dt="2025-12-16T14:47:23.096" v="392" actId="1076"/>
          <ac:picMkLst>
            <pc:docMk/>
            <pc:sldMk cId="0" sldId="260"/>
            <ac:picMk id="2" creationId="{7CF78D84-A4E8-4E7F-8911-E71E270D6532}"/>
          </ac:picMkLst>
        </pc:picChg>
        <pc:picChg chg="del">
          <ac:chgData name="Ujwal Rachoti" userId="501df77f7f61eba1" providerId="LiveId" clId="{362449F9-ED68-498C-8F4E-00C22CCE4E55}" dt="2025-12-16T14:46:03.809" v="363" actId="478"/>
          <ac:picMkLst>
            <pc:docMk/>
            <pc:sldMk cId="0" sldId="260"/>
            <ac:picMk id="167" creationId="{00000000-0000-0000-0000-000000000000}"/>
          </ac:picMkLst>
        </pc:picChg>
      </pc:sldChg>
      <pc:sldChg chg="addSp delSp modSp mod">
        <pc:chgData name="Ujwal Rachoti" userId="501df77f7f61eba1" providerId="LiveId" clId="{362449F9-ED68-498C-8F4E-00C22CCE4E55}" dt="2025-12-16T14:49:58.548" v="446" actId="20577"/>
        <pc:sldMkLst>
          <pc:docMk/>
          <pc:sldMk cId="0" sldId="261"/>
        </pc:sldMkLst>
        <pc:spChg chg="mod">
          <ac:chgData name="Ujwal Rachoti" userId="501df77f7f61eba1" providerId="LiveId" clId="{362449F9-ED68-498C-8F4E-00C22CCE4E55}" dt="2025-12-16T14:49:58.548" v="446" actId="20577"/>
          <ac:spMkLst>
            <pc:docMk/>
            <pc:sldMk cId="0" sldId="261"/>
            <ac:spMk id="175" creationId="{00000000-0000-0000-0000-000000000000}"/>
          </ac:spMkLst>
        </pc:spChg>
        <pc:picChg chg="add mod modCrop">
          <ac:chgData name="Ujwal Rachoti" userId="501df77f7f61eba1" providerId="LiveId" clId="{362449F9-ED68-498C-8F4E-00C22CCE4E55}" dt="2025-12-16T14:49:26.817" v="404" actId="1076"/>
          <ac:picMkLst>
            <pc:docMk/>
            <pc:sldMk cId="0" sldId="261"/>
            <ac:picMk id="3" creationId="{763F2EB1-7CAF-4296-8D95-585FC491DA0F}"/>
          </ac:picMkLst>
        </pc:picChg>
        <pc:picChg chg="del">
          <ac:chgData name="Ujwal Rachoti" userId="501df77f7f61eba1" providerId="LiveId" clId="{362449F9-ED68-498C-8F4E-00C22CCE4E55}" dt="2025-12-16T14:48:53.354" v="393" actId="478"/>
          <ac:picMkLst>
            <pc:docMk/>
            <pc:sldMk cId="0" sldId="261"/>
            <ac:picMk id="176" creationId="{00000000-0000-0000-0000-000000000000}"/>
          </ac:picMkLst>
        </pc:picChg>
      </pc:sldChg>
      <pc:sldChg chg="addSp delSp modSp mod ord">
        <pc:chgData name="Ujwal Rachoti" userId="501df77f7f61eba1" providerId="LiveId" clId="{362449F9-ED68-498C-8F4E-00C22CCE4E55}" dt="2025-12-16T15:20:30.496" v="1024" actId="1076"/>
        <pc:sldMkLst>
          <pc:docMk/>
          <pc:sldMk cId="0" sldId="262"/>
        </pc:sldMkLst>
        <pc:spChg chg="add del">
          <ac:chgData name="Ujwal Rachoti" userId="501df77f7f61eba1" providerId="LiveId" clId="{362449F9-ED68-498C-8F4E-00C22CCE4E55}" dt="2025-12-16T14:53:20.052" v="491" actId="11529"/>
          <ac:spMkLst>
            <pc:docMk/>
            <pc:sldMk cId="0" sldId="262"/>
            <ac:spMk id="6" creationId="{3310C1AB-E49B-4FBD-A0A5-C5EFB7B3004A}"/>
          </ac:spMkLst>
        </pc:spChg>
        <pc:spChg chg="add mod">
          <ac:chgData name="Ujwal Rachoti" userId="501df77f7f61eba1" providerId="LiveId" clId="{362449F9-ED68-498C-8F4E-00C22CCE4E55}" dt="2025-12-16T14:53:37.422" v="494" actId="208"/>
          <ac:spMkLst>
            <pc:docMk/>
            <pc:sldMk cId="0" sldId="262"/>
            <ac:spMk id="7" creationId="{4AD193CE-636A-4AB8-908E-60A4FADF9E0D}"/>
          </ac:spMkLst>
        </pc:spChg>
        <pc:spChg chg="add mod">
          <ac:chgData name="Ujwal Rachoti" userId="501df77f7f61eba1" providerId="LiveId" clId="{362449F9-ED68-498C-8F4E-00C22CCE4E55}" dt="2025-12-16T14:54:01.868" v="500" actId="14100"/>
          <ac:spMkLst>
            <pc:docMk/>
            <pc:sldMk cId="0" sldId="262"/>
            <ac:spMk id="8" creationId="{000F86B9-8629-4AE8-98CB-E5C801ED765B}"/>
          </ac:spMkLst>
        </pc:spChg>
        <pc:spChg chg="mod">
          <ac:chgData name="Ujwal Rachoti" userId="501df77f7f61eba1" providerId="LiveId" clId="{362449F9-ED68-498C-8F4E-00C22CCE4E55}" dt="2025-12-16T15:20:30.496" v="1024" actId="1076"/>
          <ac:spMkLst>
            <pc:docMk/>
            <pc:sldMk cId="0" sldId="262"/>
            <ac:spMk id="184" creationId="{00000000-0000-0000-0000-000000000000}"/>
          </ac:spMkLst>
        </pc:spChg>
        <pc:picChg chg="add del mod modCrop">
          <ac:chgData name="Ujwal Rachoti" userId="501df77f7f61eba1" providerId="LiveId" clId="{362449F9-ED68-498C-8F4E-00C22CCE4E55}" dt="2025-12-16T14:56:32.029" v="505" actId="478"/>
          <ac:picMkLst>
            <pc:docMk/>
            <pc:sldMk cId="0" sldId="262"/>
            <ac:picMk id="3" creationId="{B151BB00-CE24-436A-B1FE-807D55E17D8B}"/>
          </ac:picMkLst>
        </pc:picChg>
        <pc:picChg chg="add mod modCrop">
          <ac:chgData name="Ujwal Rachoti" userId="501df77f7f61eba1" providerId="LiveId" clId="{362449F9-ED68-498C-8F4E-00C22CCE4E55}" dt="2025-12-16T14:53:57.816" v="499" actId="14100"/>
          <ac:picMkLst>
            <pc:docMk/>
            <pc:sldMk cId="0" sldId="262"/>
            <ac:picMk id="5" creationId="{03C4F441-2860-4432-9BE7-B80A10688C26}"/>
          </ac:picMkLst>
        </pc:picChg>
        <pc:picChg chg="add mod modCrop">
          <ac:chgData name="Ujwal Rachoti" userId="501df77f7f61eba1" providerId="LiveId" clId="{362449F9-ED68-498C-8F4E-00C22CCE4E55}" dt="2025-12-16T14:56:49.576" v="512" actId="14100"/>
          <ac:picMkLst>
            <pc:docMk/>
            <pc:sldMk cId="0" sldId="262"/>
            <ac:picMk id="10" creationId="{AF94BA8B-5A7B-478A-B8D7-63B6AFD271E3}"/>
          </ac:picMkLst>
        </pc:picChg>
        <pc:picChg chg="del">
          <ac:chgData name="Ujwal Rachoti" userId="501df77f7f61eba1" providerId="LiveId" clId="{362449F9-ED68-498C-8F4E-00C22CCE4E55}" dt="2025-12-16T14:51:29.652" v="472" actId="478"/>
          <ac:picMkLst>
            <pc:docMk/>
            <pc:sldMk cId="0" sldId="262"/>
            <ac:picMk id="185" creationId="{00000000-0000-0000-0000-000000000000}"/>
          </ac:picMkLst>
        </pc:picChg>
      </pc:sldChg>
      <pc:sldChg chg="addSp delSp modSp mod ord">
        <pc:chgData name="Ujwal Rachoti" userId="501df77f7f61eba1" providerId="LiveId" clId="{362449F9-ED68-498C-8F4E-00C22CCE4E55}" dt="2025-12-16T15:20:35.288" v="1025" actId="1076"/>
        <pc:sldMkLst>
          <pc:docMk/>
          <pc:sldMk cId="0" sldId="263"/>
        </pc:sldMkLst>
        <pc:spChg chg="add del">
          <ac:chgData name="Ujwal Rachoti" userId="501df77f7f61eba1" providerId="LiveId" clId="{362449F9-ED68-498C-8F4E-00C22CCE4E55}" dt="2025-12-16T14:58:24.973" v="538" actId="11529"/>
          <ac:spMkLst>
            <pc:docMk/>
            <pc:sldMk cId="0" sldId="263"/>
            <ac:spMk id="6" creationId="{68403B4C-432D-49ED-9F3F-823061BCA603}"/>
          </ac:spMkLst>
        </pc:spChg>
        <pc:spChg chg="add mod">
          <ac:chgData name="Ujwal Rachoti" userId="501df77f7f61eba1" providerId="LiveId" clId="{362449F9-ED68-498C-8F4E-00C22CCE4E55}" dt="2025-12-16T14:58:41.630" v="541" actId="208"/>
          <ac:spMkLst>
            <pc:docMk/>
            <pc:sldMk cId="0" sldId="263"/>
            <ac:spMk id="7" creationId="{B76FD449-63FB-4FC6-95E2-4B16DA3BF804}"/>
          </ac:spMkLst>
        </pc:spChg>
        <pc:spChg chg="add mod">
          <ac:chgData name="Ujwal Rachoti" userId="501df77f7f61eba1" providerId="LiveId" clId="{362449F9-ED68-498C-8F4E-00C22CCE4E55}" dt="2025-12-16T14:58:57.451" v="544" actId="208"/>
          <ac:spMkLst>
            <pc:docMk/>
            <pc:sldMk cId="0" sldId="263"/>
            <ac:spMk id="8" creationId="{5EA4C4BD-4F6F-40DE-AB13-A89C449B4E77}"/>
          </ac:spMkLst>
        </pc:spChg>
        <pc:spChg chg="mod">
          <ac:chgData name="Ujwal Rachoti" userId="501df77f7f61eba1" providerId="LiveId" clId="{362449F9-ED68-498C-8F4E-00C22CCE4E55}" dt="2025-12-16T15:20:35.288" v="1025" actId="1076"/>
          <ac:spMkLst>
            <pc:docMk/>
            <pc:sldMk cId="0" sldId="263"/>
            <ac:spMk id="193" creationId="{00000000-0000-0000-0000-000000000000}"/>
          </ac:spMkLst>
        </pc:spChg>
        <pc:picChg chg="add mod modCrop">
          <ac:chgData name="Ujwal Rachoti" userId="501df77f7f61eba1" providerId="LiveId" clId="{362449F9-ED68-498C-8F4E-00C22CCE4E55}" dt="2025-12-16T14:57:39.361" v="525" actId="1076"/>
          <ac:picMkLst>
            <pc:docMk/>
            <pc:sldMk cId="0" sldId="263"/>
            <ac:picMk id="3" creationId="{B3C41665-6C93-40B8-9480-464E66BBD64F}"/>
          </ac:picMkLst>
        </pc:picChg>
        <pc:picChg chg="add mod modCrop">
          <ac:chgData name="Ujwal Rachoti" userId="501df77f7f61eba1" providerId="LiveId" clId="{362449F9-ED68-498C-8F4E-00C22CCE4E55}" dt="2025-12-16T14:58:16.403" v="536" actId="1076"/>
          <ac:picMkLst>
            <pc:docMk/>
            <pc:sldMk cId="0" sldId="263"/>
            <ac:picMk id="5" creationId="{45E85322-52B2-4253-8674-D4C9325DAD8D}"/>
          </ac:picMkLst>
        </pc:picChg>
        <pc:picChg chg="del">
          <ac:chgData name="Ujwal Rachoti" userId="501df77f7f61eba1" providerId="LiveId" clId="{362449F9-ED68-498C-8F4E-00C22CCE4E55}" dt="2025-12-16T14:56:55.123" v="513" actId="478"/>
          <ac:picMkLst>
            <pc:docMk/>
            <pc:sldMk cId="0" sldId="263"/>
            <ac:picMk id="194" creationId="{00000000-0000-0000-0000-000000000000}"/>
          </ac:picMkLst>
        </pc:picChg>
      </pc:sldChg>
      <pc:sldChg chg="addSp delSp modSp mod">
        <pc:chgData name="Ujwal Rachoti" userId="501df77f7f61eba1" providerId="LiveId" clId="{362449F9-ED68-498C-8F4E-00C22CCE4E55}" dt="2025-12-16T15:20:40.177" v="1026" actId="1076"/>
        <pc:sldMkLst>
          <pc:docMk/>
          <pc:sldMk cId="0" sldId="264"/>
        </pc:sldMkLst>
        <pc:spChg chg="add mod">
          <ac:chgData name="Ujwal Rachoti" userId="501df77f7f61eba1" providerId="LiveId" clId="{362449F9-ED68-498C-8F4E-00C22CCE4E55}" dt="2025-12-16T15:00:42.733" v="631" actId="208"/>
          <ac:spMkLst>
            <pc:docMk/>
            <pc:sldMk cId="0" sldId="264"/>
            <ac:spMk id="4" creationId="{975EDC56-DC3E-40CE-AC17-544A3DE33BAF}"/>
          </ac:spMkLst>
        </pc:spChg>
        <pc:spChg chg="mod">
          <ac:chgData name="Ujwal Rachoti" userId="501df77f7f61eba1" providerId="LiveId" clId="{362449F9-ED68-498C-8F4E-00C22CCE4E55}" dt="2025-12-16T15:20:40.177" v="1026" actId="1076"/>
          <ac:spMkLst>
            <pc:docMk/>
            <pc:sldMk cId="0" sldId="264"/>
            <ac:spMk id="202" creationId="{00000000-0000-0000-0000-000000000000}"/>
          </ac:spMkLst>
        </pc:spChg>
        <pc:picChg chg="add mod">
          <ac:chgData name="Ujwal Rachoti" userId="501df77f7f61eba1" providerId="LiveId" clId="{362449F9-ED68-498C-8F4E-00C22CCE4E55}" dt="2025-12-16T15:00:13.394" v="594" actId="1076"/>
          <ac:picMkLst>
            <pc:docMk/>
            <pc:sldMk cId="0" sldId="264"/>
            <ac:picMk id="3" creationId="{FDEFACE8-F159-4AB3-BB05-3B8E3CB22D3B}"/>
          </ac:picMkLst>
        </pc:picChg>
        <pc:picChg chg="del">
          <ac:chgData name="Ujwal Rachoti" userId="501df77f7f61eba1" providerId="LiveId" clId="{362449F9-ED68-498C-8F4E-00C22CCE4E55}" dt="2025-12-16T14:59:46.977" v="585" actId="478"/>
          <ac:picMkLst>
            <pc:docMk/>
            <pc:sldMk cId="0" sldId="264"/>
            <ac:picMk id="203" creationId="{00000000-0000-0000-0000-000000000000}"/>
          </ac:picMkLst>
        </pc:picChg>
        <pc:picChg chg="del">
          <ac:chgData name="Ujwal Rachoti" userId="501df77f7f61eba1" providerId="LiveId" clId="{362449F9-ED68-498C-8F4E-00C22CCE4E55}" dt="2025-12-16T14:59:45.554" v="584" actId="478"/>
          <ac:picMkLst>
            <pc:docMk/>
            <pc:sldMk cId="0" sldId="264"/>
            <ac:picMk id="204" creationId="{00000000-0000-0000-0000-000000000000}"/>
          </ac:picMkLst>
        </pc:picChg>
        <pc:picChg chg="del">
          <ac:chgData name="Ujwal Rachoti" userId="501df77f7f61eba1" providerId="LiveId" clId="{362449F9-ED68-498C-8F4E-00C22CCE4E55}" dt="2025-12-16T14:59:44.014" v="583" actId="478"/>
          <ac:picMkLst>
            <pc:docMk/>
            <pc:sldMk cId="0" sldId="264"/>
            <ac:picMk id="205" creationId="{00000000-0000-0000-0000-000000000000}"/>
          </ac:picMkLst>
        </pc:picChg>
      </pc:sldChg>
      <pc:sldChg chg="addSp delSp modSp mod">
        <pc:chgData name="Ujwal Rachoti" userId="501df77f7f61eba1" providerId="LiveId" clId="{362449F9-ED68-498C-8F4E-00C22CCE4E55}" dt="2025-12-16T15:21:36.231" v="1034" actId="1076"/>
        <pc:sldMkLst>
          <pc:docMk/>
          <pc:sldMk cId="0" sldId="265"/>
        </pc:sldMkLst>
        <pc:spChg chg="add mod">
          <ac:chgData name="Ujwal Rachoti" userId="501df77f7f61eba1" providerId="LiveId" clId="{362449F9-ED68-498C-8F4E-00C22CCE4E55}" dt="2025-12-16T15:20:56.307" v="1028" actId="1076"/>
          <ac:spMkLst>
            <pc:docMk/>
            <pc:sldMk cId="0" sldId="265"/>
            <ac:spMk id="2" creationId="{F6D46C11-9CAD-467B-AD45-136E4EB9ADC9}"/>
          </ac:spMkLst>
        </pc:spChg>
        <pc:spChg chg="mod">
          <ac:chgData name="Ujwal Rachoti" userId="501df77f7f61eba1" providerId="LiveId" clId="{362449F9-ED68-498C-8F4E-00C22CCE4E55}" dt="2025-12-16T15:21:36.231" v="1034" actId="1076"/>
          <ac:spMkLst>
            <pc:docMk/>
            <pc:sldMk cId="0" sldId="265"/>
            <ac:spMk id="213" creationId="{00000000-0000-0000-0000-000000000000}"/>
          </ac:spMkLst>
        </pc:spChg>
        <pc:picChg chg="del">
          <ac:chgData name="Ujwal Rachoti" userId="501df77f7f61eba1" providerId="LiveId" clId="{362449F9-ED68-498C-8F4E-00C22CCE4E55}" dt="2025-12-16T15:02:12.597" v="633" actId="478"/>
          <ac:picMkLst>
            <pc:docMk/>
            <pc:sldMk cId="0" sldId="265"/>
            <ac:picMk id="214" creationId="{00000000-0000-0000-0000-000000000000}"/>
          </ac:picMkLst>
        </pc:picChg>
      </pc:sldChg>
      <pc:sldChg chg="addSp delSp modSp mod">
        <pc:chgData name="Ujwal Rachoti" userId="501df77f7f61eba1" providerId="LiveId" clId="{362449F9-ED68-498C-8F4E-00C22CCE4E55}" dt="2025-12-16T15:21:28.838" v="1033" actId="1076"/>
        <pc:sldMkLst>
          <pc:docMk/>
          <pc:sldMk cId="0" sldId="266"/>
        </pc:sldMkLst>
        <pc:spChg chg="add mod">
          <ac:chgData name="Ujwal Rachoti" userId="501df77f7f61eba1" providerId="LiveId" clId="{362449F9-ED68-498C-8F4E-00C22CCE4E55}" dt="2025-12-16T15:21:28.838" v="1033" actId="1076"/>
          <ac:spMkLst>
            <pc:docMk/>
            <pc:sldMk cId="0" sldId="266"/>
            <ac:spMk id="2" creationId="{83889464-3C62-4041-8701-85BFBED9169F}"/>
          </ac:spMkLst>
        </pc:spChg>
        <pc:spChg chg="add del">
          <ac:chgData name="Ujwal Rachoti" userId="501df77f7f61eba1" providerId="LiveId" clId="{362449F9-ED68-498C-8F4E-00C22CCE4E55}" dt="2025-12-16T15:03:54.555" v="664"/>
          <ac:spMkLst>
            <pc:docMk/>
            <pc:sldMk cId="0" sldId="266"/>
            <ac:spMk id="3" creationId="{07FFF78E-235A-48E0-91B1-1F27C9ABF0B6}"/>
          </ac:spMkLst>
        </pc:spChg>
        <pc:spChg chg="add del">
          <ac:chgData name="Ujwal Rachoti" userId="501df77f7f61eba1" providerId="LiveId" clId="{362449F9-ED68-498C-8F4E-00C22CCE4E55}" dt="2025-12-16T15:03:54.555" v="664"/>
          <ac:spMkLst>
            <pc:docMk/>
            <pc:sldMk cId="0" sldId="266"/>
            <ac:spMk id="4" creationId="{2B5A02D6-EA56-4646-83BF-8401C260EB1A}"/>
          </ac:spMkLst>
        </pc:spChg>
        <pc:spChg chg="add del">
          <ac:chgData name="Ujwal Rachoti" userId="501df77f7f61eba1" providerId="LiveId" clId="{362449F9-ED68-498C-8F4E-00C22CCE4E55}" dt="2025-12-16T15:03:54.555" v="664"/>
          <ac:spMkLst>
            <pc:docMk/>
            <pc:sldMk cId="0" sldId="266"/>
            <ac:spMk id="5" creationId="{2CA65EFB-CD4B-4232-93ED-1761E233B1C7}"/>
          </ac:spMkLst>
        </pc:spChg>
        <pc:spChg chg="mod">
          <ac:chgData name="Ujwal Rachoti" userId="501df77f7f61eba1" providerId="LiveId" clId="{362449F9-ED68-498C-8F4E-00C22CCE4E55}" dt="2025-12-16T15:21:25.450" v="1032" actId="1076"/>
          <ac:spMkLst>
            <pc:docMk/>
            <pc:sldMk cId="0" sldId="266"/>
            <ac:spMk id="222" creationId="{00000000-0000-0000-0000-000000000000}"/>
          </ac:spMkLst>
        </pc:spChg>
        <pc:picChg chg="del">
          <ac:chgData name="Ujwal Rachoti" userId="501df77f7f61eba1" providerId="LiveId" clId="{362449F9-ED68-498C-8F4E-00C22CCE4E55}" dt="2025-12-16T15:03:37.602" v="659" actId="478"/>
          <ac:picMkLst>
            <pc:docMk/>
            <pc:sldMk cId="0" sldId="266"/>
            <ac:picMk id="223" creationId="{00000000-0000-0000-0000-000000000000}"/>
          </ac:picMkLst>
        </pc:picChg>
      </pc:sldChg>
      <pc:sldChg chg="addSp delSp modSp mod">
        <pc:chgData name="Ujwal Rachoti" userId="501df77f7f61eba1" providerId="LiveId" clId="{362449F9-ED68-498C-8F4E-00C22CCE4E55}" dt="2025-12-16T15:21:43.851" v="1035" actId="1076"/>
        <pc:sldMkLst>
          <pc:docMk/>
          <pc:sldMk cId="0" sldId="267"/>
        </pc:sldMkLst>
        <pc:spChg chg="add mod">
          <ac:chgData name="Ujwal Rachoti" userId="501df77f7f61eba1" providerId="LiveId" clId="{362449F9-ED68-498C-8F4E-00C22CCE4E55}" dt="2025-12-16T15:09:54.180" v="730" actId="1076"/>
          <ac:spMkLst>
            <pc:docMk/>
            <pc:sldMk cId="0" sldId="267"/>
            <ac:spMk id="2" creationId="{BA9DABB3-FE77-4EF8-ABD0-CB6521D8860C}"/>
          </ac:spMkLst>
        </pc:spChg>
        <pc:spChg chg="add del">
          <ac:chgData name="Ujwal Rachoti" userId="501df77f7f61eba1" providerId="LiveId" clId="{362449F9-ED68-498C-8F4E-00C22CCE4E55}" dt="2025-12-16T15:05:20.098" v="672"/>
          <ac:spMkLst>
            <pc:docMk/>
            <pc:sldMk cId="0" sldId="267"/>
            <ac:spMk id="3" creationId="{DBDFAE63-0DEB-4A74-8A5C-F43E049D9525}"/>
          </ac:spMkLst>
        </pc:spChg>
        <pc:spChg chg="add del">
          <ac:chgData name="Ujwal Rachoti" userId="501df77f7f61eba1" providerId="LiveId" clId="{362449F9-ED68-498C-8F4E-00C22CCE4E55}" dt="2025-12-16T15:05:35.932" v="674"/>
          <ac:spMkLst>
            <pc:docMk/>
            <pc:sldMk cId="0" sldId="267"/>
            <ac:spMk id="4" creationId="{AC453B0A-BC27-4032-A4D3-A06C2FCFCA80}"/>
          </ac:spMkLst>
        </pc:spChg>
        <pc:spChg chg="add del">
          <ac:chgData name="Ujwal Rachoti" userId="501df77f7f61eba1" providerId="LiveId" clId="{362449F9-ED68-498C-8F4E-00C22CCE4E55}" dt="2025-12-16T15:05:57.689" v="678"/>
          <ac:spMkLst>
            <pc:docMk/>
            <pc:sldMk cId="0" sldId="267"/>
            <ac:spMk id="5" creationId="{F542BCE8-840D-4F3F-B378-C56F3482539F}"/>
          </ac:spMkLst>
        </pc:spChg>
        <pc:spChg chg="add del">
          <ac:chgData name="Ujwal Rachoti" userId="501df77f7f61eba1" providerId="LiveId" clId="{362449F9-ED68-498C-8F4E-00C22CCE4E55}" dt="2025-12-16T15:06:38.541" v="687"/>
          <ac:spMkLst>
            <pc:docMk/>
            <pc:sldMk cId="0" sldId="267"/>
            <ac:spMk id="6" creationId="{696B2535-330B-47F1-A9F6-532A5D6A6653}"/>
          </ac:spMkLst>
        </pc:spChg>
        <pc:spChg chg="add del">
          <ac:chgData name="Ujwal Rachoti" userId="501df77f7f61eba1" providerId="LiveId" clId="{362449F9-ED68-498C-8F4E-00C22CCE4E55}" dt="2025-12-16T15:06:50.428" v="690"/>
          <ac:spMkLst>
            <pc:docMk/>
            <pc:sldMk cId="0" sldId="267"/>
            <ac:spMk id="7" creationId="{0063BCCC-F190-4E9D-8229-DC8FF33292D3}"/>
          </ac:spMkLst>
        </pc:spChg>
        <pc:spChg chg="add del mod">
          <ac:chgData name="Ujwal Rachoti" userId="501df77f7f61eba1" providerId="LiveId" clId="{362449F9-ED68-498C-8F4E-00C22CCE4E55}" dt="2025-12-16T15:07:41.740" v="706"/>
          <ac:spMkLst>
            <pc:docMk/>
            <pc:sldMk cId="0" sldId="267"/>
            <ac:spMk id="8" creationId="{58A3063D-C84F-41FD-823B-D2515C82DD03}"/>
          </ac:spMkLst>
        </pc:spChg>
        <pc:spChg chg="add del mod">
          <ac:chgData name="Ujwal Rachoti" userId="501df77f7f61eba1" providerId="LiveId" clId="{362449F9-ED68-498C-8F4E-00C22CCE4E55}" dt="2025-12-16T15:10:37.398" v="782"/>
          <ac:spMkLst>
            <pc:docMk/>
            <pc:sldMk cId="0" sldId="267"/>
            <ac:spMk id="13" creationId="{102FC236-5D9E-44F0-99A3-792F15EE1695}"/>
          </ac:spMkLst>
        </pc:spChg>
        <pc:spChg chg="add del mod">
          <ac:chgData name="Ujwal Rachoti" userId="501df77f7f61eba1" providerId="LiveId" clId="{362449F9-ED68-498C-8F4E-00C22CCE4E55}" dt="2025-12-16T15:10:37.097" v="781"/>
          <ac:spMkLst>
            <pc:docMk/>
            <pc:sldMk cId="0" sldId="267"/>
            <ac:spMk id="14" creationId="{2CAA7809-9FC4-49F1-9139-050A806CCD01}"/>
          </ac:spMkLst>
        </pc:spChg>
        <pc:spChg chg="add del mod">
          <ac:chgData name="Ujwal Rachoti" userId="501df77f7f61eba1" providerId="LiveId" clId="{362449F9-ED68-498C-8F4E-00C22CCE4E55}" dt="2025-12-16T15:10:36.734" v="780"/>
          <ac:spMkLst>
            <pc:docMk/>
            <pc:sldMk cId="0" sldId="267"/>
            <ac:spMk id="15" creationId="{79C173B4-664D-4946-A735-F588C4B491DB}"/>
          </ac:spMkLst>
        </pc:spChg>
        <pc:spChg chg="add del mod">
          <ac:chgData name="Ujwal Rachoti" userId="501df77f7f61eba1" providerId="LiveId" clId="{362449F9-ED68-498C-8F4E-00C22CCE4E55}" dt="2025-12-16T15:10:36.389" v="779"/>
          <ac:spMkLst>
            <pc:docMk/>
            <pc:sldMk cId="0" sldId="267"/>
            <ac:spMk id="16" creationId="{BE455F12-F2C0-4196-8F44-36961339E1B7}"/>
          </ac:spMkLst>
        </pc:spChg>
        <pc:spChg chg="add mod">
          <ac:chgData name="Ujwal Rachoti" userId="501df77f7f61eba1" providerId="LiveId" clId="{362449F9-ED68-498C-8F4E-00C22CCE4E55}" dt="2025-12-16T15:21:43.851" v="1035" actId="1076"/>
          <ac:spMkLst>
            <pc:docMk/>
            <pc:sldMk cId="0" sldId="267"/>
            <ac:spMk id="17" creationId="{0B60B328-9C12-4EDC-8F32-8E957EB4352E}"/>
          </ac:spMkLst>
        </pc:spChg>
        <pc:spChg chg="mod">
          <ac:chgData name="Ujwal Rachoti" userId="501df77f7f61eba1" providerId="LiveId" clId="{362449F9-ED68-498C-8F4E-00C22CCE4E55}" dt="2025-12-16T15:10:42.013" v="804" actId="20577"/>
          <ac:spMkLst>
            <pc:docMk/>
            <pc:sldMk cId="0" sldId="267"/>
            <ac:spMk id="231" creationId="{00000000-0000-0000-0000-000000000000}"/>
          </ac:spMkLst>
        </pc:spChg>
        <pc:picChg chg="del">
          <ac:chgData name="Ujwal Rachoti" userId="501df77f7f61eba1" providerId="LiveId" clId="{362449F9-ED68-498C-8F4E-00C22CCE4E55}" dt="2025-12-16T15:05:13.627" v="669" actId="478"/>
          <ac:picMkLst>
            <pc:docMk/>
            <pc:sldMk cId="0" sldId="267"/>
            <ac:picMk id="232" creationId="{00000000-0000-0000-0000-000000000000}"/>
          </ac:picMkLst>
        </pc:picChg>
      </pc:sldChg>
      <pc:sldChg chg="addSp delSp modSp mod">
        <pc:chgData name="Ujwal Rachoti" userId="501df77f7f61eba1" providerId="LiveId" clId="{362449F9-ED68-498C-8F4E-00C22CCE4E55}" dt="2025-12-16T15:21:56.506" v="1036" actId="1076"/>
        <pc:sldMkLst>
          <pc:docMk/>
          <pc:sldMk cId="0" sldId="268"/>
        </pc:sldMkLst>
        <pc:spChg chg="mod">
          <ac:chgData name="Ujwal Rachoti" userId="501df77f7f61eba1" providerId="LiveId" clId="{362449F9-ED68-498C-8F4E-00C22CCE4E55}" dt="2025-12-16T15:21:56.506" v="1036" actId="1076"/>
          <ac:spMkLst>
            <pc:docMk/>
            <pc:sldMk cId="0" sldId="268"/>
            <ac:spMk id="240" creationId="{00000000-0000-0000-0000-000000000000}"/>
          </ac:spMkLst>
        </pc:spChg>
        <pc:picChg chg="add mod">
          <ac:chgData name="Ujwal Rachoti" userId="501df77f7f61eba1" providerId="LiveId" clId="{362449F9-ED68-498C-8F4E-00C22CCE4E55}" dt="2025-12-16T15:12:40.962" v="843" actId="14100"/>
          <ac:picMkLst>
            <pc:docMk/>
            <pc:sldMk cId="0" sldId="268"/>
            <ac:picMk id="3" creationId="{61F6055F-D36B-4C6B-8F54-75F64D8A4E47}"/>
          </ac:picMkLst>
        </pc:picChg>
        <pc:picChg chg="del">
          <ac:chgData name="Ujwal Rachoti" userId="501df77f7f61eba1" providerId="LiveId" clId="{362449F9-ED68-498C-8F4E-00C22CCE4E55}" dt="2025-12-16T15:11:06.342" v="809" actId="478"/>
          <ac:picMkLst>
            <pc:docMk/>
            <pc:sldMk cId="0" sldId="268"/>
            <ac:picMk id="241" creationId="{00000000-0000-0000-0000-000000000000}"/>
          </ac:picMkLst>
        </pc:picChg>
      </pc:sldChg>
      <pc:sldChg chg="addSp modSp mod">
        <pc:chgData name="Ujwal Rachoti" userId="501df77f7f61eba1" providerId="LiveId" clId="{362449F9-ED68-498C-8F4E-00C22CCE4E55}" dt="2025-12-16T15:22:08.237" v="1038" actId="255"/>
        <pc:sldMkLst>
          <pc:docMk/>
          <pc:sldMk cId="0" sldId="269"/>
        </pc:sldMkLst>
        <pc:spChg chg="mod">
          <ac:chgData name="Ujwal Rachoti" userId="501df77f7f61eba1" providerId="LiveId" clId="{362449F9-ED68-498C-8F4E-00C22CCE4E55}" dt="2025-12-16T15:22:08.237" v="1038" actId="255"/>
          <ac:spMkLst>
            <pc:docMk/>
            <pc:sldMk cId="0" sldId="269"/>
            <ac:spMk id="249" creationId="{00000000-0000-0000-0000-000000000000}"/>
          </ac:spMkLst>
        </pc:spChg>
        <pc:spChg chg="mod">
          <ac:chgData name="Ujwal Rachoti" userId="501df77f7f61eba1" providerId="LiveId" clId="{362449F9-ED68-498C-8F4E-00C22CCE4E55}" dt="2025-12-16T15:14:05.451" v="897" actId="20577"/>
          <ac:spMkLst>
            <pc:docMk/>
            <pc:sldMk cId="0" sldId="269"/>
            <ac:spMk id="250" creationId="{00000000-0000-0000-0000-000000000000}"/>
          </ac:spMkLst>
        </pc:spChg>
        <pc:picChg chg="add mod modCrop">
          <ac:chgData name="Ujwal Rachoti" userId="501df77f7f61eba1" providerId="LiveId" clId="{362449F9-ED68-498C-8F4E-00C22CCE4E55}" dt="2025-12-16T15:14:20.525" v="901" actId="1076"/>
          <ac:picMkLst>
            <pc:docMk/>
            <pc:sldMk cId="0" sldId="269"/>
            <ac:picMk id="3" creationId="{414C433B-0599-4BB9-BFA0-85A059E07C44}"/>
          </ac:picMkLst>
        </pc:picChg>
      </pc:sldChg>
      <pc:sldChg chg="addSp delSp modSp mod">
        <pc:chgData name="Ujwal Rachoti" userId="501df77f7f61eba1" providerId="LiveId" clId="{362449F9-ED68-498C-8F4E-00C22CCE4E55}" dt="2025-12-16T15:22:19.992" v="1039" actId="1076"/>
        <pc:sldMkLst>
          <pc:docMk/>
          <pc:sldMk cId="0" sldId="270"/>
        </pc:sldMkLst>
        <pc:spChg chg="mod">
          <ac:chgData name="Ujwal Rachoti" userId="501df77f7f61eba1" providerId="LiveId" clId="{362449F9-ED68-498C-8F4E-00C22CCE4E55}" dt="2025-12-16T15:22:19.992" v="1039" actId="1076"/>
          <ac:spMkLst>
            <pc:docMk/>
            <pc:sldMk cId="0" sldId="270"/>
            <ac:spMk id="258" creationId="{00000000-0000-0000-0000-000000000000}"/>
          </ac:spMkLst>
        </pc:spChg>
        <pc:picChg chg="add mod modCrop">
          <ac:chgData name="Ujwal Rachoti" userId="501df77f7f61eba1" providerId="LiveId" clId="{362449F9-ED68-498C-8F4E-00C22CCE4E55}" dt="2025-12-16T15:17:05.030" v="979" actId="1076"/>
          <ac:picMkLst>
            <pc:docMk/>
            <pc:sldMk cId="0" sldId="270"/>
            <ac:picMk id="3" creationId="{0F1CF472-1C02-4F9C-A7FE-E07A93652D70}"/>
          </ac:picMkLst>
        </pc:picChg>
        <pc:picChg chg="add del mod modCrop">
          <ac:chgData name="Ujwal Rachoti" userId="501df77f7f61eba1" providerId="LiveId" clId="{362449F9-ED68-498C-8F4E-00C22CCE4E55}" dt="2025-12-16T15:16:18.656" v="957" actId="21"/>
          <ac:picMkLst>
            <pc:docMk/>
            <pc:sldMk cId="0" sldId="270"/>
            <ac:picMk id="5" creationId="{D99000C2-954A-4032-8F98-36613E903615}"/>
          </ac:picMkLst>
        </pc:picChg>
        <pc:picChg chg="del">
          <ac:chgData name="Ujwal Rachoti" userId="501df77f7f61eba1" providerId="LiveId" clId="{362449F9-ED68-498C-8F4E-00C22CCE4E55}" dt="2025-12-16T15:14:24.630" v="902" actId="478"/>
          <ac:picMkLst>
            <pc:docMk/>
            <pc:sldMk cId="0" sldId="270"/>
            <ac:picMk id="259" creationId="{00000000-0000-0000-0000-000000000000}"/>
          </ac:picMkLst>
        </pc:picChg>
      </pc:sldChg>
      <pc:sldChg chg="del">
        <pc:chgData name="Ujwal Rachoti" userId="501df77f7f61eba1" providerId="LiveId" clId="{362449F9-ED68-498C-8F4E-00C22CCE4E55}" dt="2025-12-16T15:17:26.774" v="991" actId="47"/>
        <pc:sldMkLst>
          <pc:docMk/>
          <pc:sldMk cId="0" sldId="271"/>
        </pc:sldMkLst>
      </pc:sldChg>
      <pc:sldChg chg="del">
        <pc:chgData name="Ujwal Rachoti" userId="501df77f7f61eba1" providerId="LiveId" clId="{362449F9-ED68-498C-8F4E-00C22CCE4E55}" dt="2025-12-16T15:17:28.476" v="992" actId="47"/>
        <pc:sldMkLst>
          <pc:docMk/>
          <pc:sldMk cId="0" sldId="272"/>
        </pc:sldMkLst>
      </pc:sldChg>
      <pc:sldChg chg="del">
        <pc:chgData name="Ujwal Rachoti" userId="501df77f7f61eba1" providerId="LiveId" clId="{362449F9-ED68-498C-8F4E-00C22CCE4E55}" dt="2025-12-16T15:17:30.445" v="993" actId="47"/>
        <pc:sldMkLst>
          <pc:docMk/>
          <pc:sldMk cId="0" sldId="273"/>
        </pc:sldMkLst>
      </pc:sldChg>
      <pc:sldChg chg="del">
        <pc:chgData name="Ujwal Rachoti" userId="501df77f7f61eba1" providerId="LiveId" clId="{362449F9-ED68-498C-8F4E-00C22CCE4E55}" dt="2025-12-16T15:17:32.122" v="994" actId="47"/>
        <pc:sldMkLst>
          <pc:docMk/>
          <pc:sldMk cId="0" sldId="274"/>
        </pc:sldMkLst>
      </pc:sldChg>
      <pc:sldChg chg="del">
        <pc:chgData name="Ujwal Rachoti" userId="501df77f7f61eba1" providerId="LiveId" clId="{362449F9-ED68-498C-8F4E-00C22CCE4E55}" dt="2025-12-16T15:17:33.936" v="995" actId="47"/>
        <pc:sldMkLst>
          <pc:docMk/>
          <pc:sldMk cId="0" sldId="275"/>
        </pc:sldMkLst>
      </pc:sldChg>
      <pc:sldChg chg="del">
        <pc:chgData name="Ujwal Rachoti" userId="501df77f7f61eba1" providerId="LiveId" clId="{362449F9-ED68-498C-8F4E-00C22CCE4E55}" dt="2025-12-16T15:17:35.317" v="996" actId="47"/>
        <pc:sldMkLst>
          <pc:docMk/>
          <pc:sldMk cId="0" sldId="276"/>
        </pc:sldMkLst>
      </pc:sldChg>
      <pc:sldChg chg="del">
        <pc:chgData name="Ujwal Rachoti" userId="501df77f7f61eba1" providerId="LiveId" clId="{362449F9-ED68-498C-8F4E-00C22CCE4E55}" dt="2025-12-16T15:17:36.117" v="997" actId="47"/>
        <pc:sldMkLst>
          <pc:docMk/>
          <pc:sldMk cId="0" sldId="277"/>
        </pc:sldMkLst>
      </pc:sldChg>
      <pc:sldChg chg="del">
        <pc:chgData name="Ujwal Rachoti" userId="501df77f7f61eba1" providerId="LiveId" clId="{362449F9-ED68-498C-8F4E-00C22CCE4E55}" dt="2025-12-16T15:17:36.856" v="998" actId="47"/>
        <pc:sldMkLst>
          <pc:docMk/>
          <pc:sldMk cId="0" sldId="278"/>
        </pc:sldMkLst>
      </pc:sldChg>
      <pc:sldChg chg="addSp delSp modSp mod">
        <pc:chgData name="Ujwal Rachoti" userId="501df77f7f61eba1" providerId="LiveId" clId="{362449F9-ED68-498C-8F4E-00C22CCE4E55}" dt="2025-12-16T15:22:49.838" v="1043" actId="255"/>
        <pc:sldMkLst>
          <pc:docMk/>
          <pc:sldMk cId="0" sldId="279"/>
        </pc:sldMkLst>
        <pc:spChg chg="add del">
          <ac:chgData name="Ujwal Rachoti" userId="501df77f7f61eba1" providerId="LiveId" clId="{362449F9-ED68-498C-8F4E-00C22CCE4E55}" dt="2025-12-16T15:18:31.264" v="1000" actId="478"/>
          <ac:spMkLst>
            <pc:docMk/>
            <pc:sldMk cId="0" sldId="279"/>
            <ac:spMk id="2" creationId="{D74CE000-DF58-4AF6-B0FA-6C7575E9ED7A}"/>
          </ac:spMkLst>
        </pc:spChg>
        <pc:spChg chg="add del mod">
          <ac:chgData name="Ujwal Rachoti" userId="501df77f7f61eba1" providerId="LiveId" clId="{362449F9-ED68-498C-8F4E-00C22CCE4E55}" dt="2025-12-16T15:18:41.427" v="1004"/>
          <ac:spMkLst>
            <pc:docMk/>
            <pc:sldMk cId="0" sldId="279"/>
            <ac:spMk id="3" creationId="{3E2819D6-99E3-40C4-B986-712EAC4D04B1}"/>
          </ac:spMkLst>
        </pc:spChg>
        <pc:spChg chg="add mod">
          <ac:chgData name="Ujwal Rachoti" userId="501df77f7f61eba1" providerId="LiveId" clId="{362449F9-ED68-498C-8F4E-00C22CCE4E55}" dt="2025-12-16T15:22:40.735" v="1041" actId="1076"/>
          <ac:spMkLst>
            <pc:docMk/>
            <pc:sldMk cId="0" sldId="279"/>
            <ac:spMk id="4" creationId="{4E715B6A-0505-4ED0-8EDF-A1648DBFD50F}"/>
          </ac:spMkLst>
        </pc:spChg>
        <pc:spChg chg="mod">
          <ac:chgData name="Ujwal Rachoti" userId="501df77f7f61eba1" providerId="LiveId" clId="{362449F9-ED68-498C-8F4E-00C22CCE4E55}" dt="2025-12-16T15:22:49.838" v="1043" actId="255"/>
          <ac:spMkLst>
            <pc:docMk/>
            <pc:sldMk cId="0" sldId="279"/>
            <ac:spMk id="351" creationId="{00000000-0000-0000-0000-000000000000}"/>
          </ac:spMkLst>
        </pc:spChg>
        <pc:spChg chg="del">
          <ac:chgData name="Ujwal Rachoti" userId="501df77f7f61eba1" providerId="LiveId" clId="{362449F9-ED68-498C-8F4E-00C22CCE4E55}" dt="2025-12-16T15:18:31.264" v="1000" actId="478"/>
          <ac:spMkLst>
            <pc:docMk/>
            <pc:sldMk cId="0" sldId="279"/>
            <ac:spMk id="352" creationId="{00000000-0000-0000-0000-000000000000}"/>
          </ac:spMkLst>
        </pc:spChg>
      </pc:sldChg>
      <pc:sldChg chg="delSp modSp mod">
        <pc:chgData name="Ujwal Rachoti" userId="501df77f7f61eba1" providerId="LiveId" clId="{362449F9-ED68-498C-8F4E-00C22CCE4E55}" dt="2025-12-16T15:23:03.225" v="1045" actId="255"/>
        <pc:sldMkLst>
          <pc:docMk/>
          <pc:sldMk cId="0" sldId="280"/>
        </pc:sldMkLst>
        <pc:spChg chg="del">
          <ac:chgData name="Ujwal Rachoti" userId="501df77f7f61eba1" providerId="LiveId" clId="{362449F9-ED68-498C-8F4E-00C22CCE4E55}" dt="2025-12-16T15:22:57.140" v="1044" actId="478"/>
          <ac:spMkLst>
            <pc:docMk/>
            <pc:sldMk cId="0" sldId="280"/>
            <ac:spMk id="360" creationId="{00000000-0000-0000-0000-000000000000}"/>
          </ac:spMkLst>
        </pc:spChg>
        <pc:spChg chg="mod">
          <ac:chgData name="Ujwal Rachoti" userId="501df77f7f61eba1" providerId="LiveId" clId="{362449F9-ED68-498C-8F4E-00C22CCE4E55}" dt="2025-12-16T15:23:03.225" v="1045" actId="255"/>
          <ac:spMkLst>
            <pc:docMk/>
            <pc:sldMk cId="0" sldId="280"/>
            <ac:spMk id="362" creationId="{00000000-0000-0000-0000-000000000000}"/>
          </ac:spMkLst>
        </pc:spChg>
      </pc:sldChg>
      <pc:sldChg chg="addSp delSp modSp add mod">
        <pc:chgData name="Ujwal Rachoti" userId="501df77f7f61eba1" providerId="LiveId" clId="{362449F9-ED68-498C-8F4E-00C22CCE4E55}" dt="2025-12-16T15:22:30.734" v="1040" actId="1076"/>
        <pc:sldMkLst>
          <pc:docMk/>
          <pc:sldMk cId="2102000133" sldId="281"/>
        </pc:sldMkLst>
        <pc:spChg chg="mod">
          <ac:chgData name="Ujwal Rachoti" userId="501df77f7f61eba1" providerId="LiveId" clId="{362449F9-ED68-498C-8F4E-00C22CCE4E55}" dt="2025-12-16T15:22:30.734" v="1040" actId="1076"/>
          <ac:spMkLst>
            <pc:docMk/>
            <pc:sldMk cId="2102000133" sldId="281"/>
            <ac:spMk id="258" creationId="{00000000-0000-0000-0000-000000000000}"/>
          </ac:spMkLst>
        </pc:spChg>
        <pc:picChg chg="del">
          <ac:chgData name="Ujwal Rachoti" userId="501df77f7f61eba1" providerId="LiveId" clId="{362449F9-ED68-498C-8F4E-00C22CCE4E55}" dt="2025-12-16T15:16:39.863" v="968" actId="478"/>
          <ac:picMkLst>
            <pc:docMk/>
            <pc:sldMk cId="2102000133" sldId="281"/>
            <ac:picMk id="3" creationId="{0F1CF472-1C02-4F9C-A7FE-E07A93652D70}"/>
          </ac:picMkLst>
        </pc:picChg>
        <pc:picChg chg="add mod">
          <ac:chgData name="Ujwal Rachoti" userId="501df77f7f61eba1" providerId="LiveId" clId="{362449F9-ED68-498C-8F4E-00C22CCE4E55}" dt="2025-12-16T15:17:17.799" v="984" actId="1076"/>
          <ac:picMkLst>
            <pc:docMk/>
            <pc:sldMk cId="2102000133" sldId="281"/>
            <ac:picMk id="6" creationId="{A27E65EA-4097-4BD0-BE76-777CA519082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2711334d69_2_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32711334d69_2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2711334d69_2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g32711334d69_2_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g32711334d69_2_8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2f07e75262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g32f07e75262_0_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g32f07e75262_0_6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2f29839e30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32f29839e30_0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g32f29839e30_0_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2f07e7526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2f07e75262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g32f07e75262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2f3dbe1ef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g32f3dbe1efb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g32f3dbe1efb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2f07e75262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g32f07e75262_0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g32f07e75262_0_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2f07e75262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g32f07e75262_0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g32f07e75262_0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2f29839e3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g32f29839e30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g32f29839e30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2f07e75262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g32f07e75262_0_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g32f07e75262_0_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2f07e75262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7" name="Google Shape;217;g32f07e75262_0_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g32f07e75262_0_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2f29839e30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2f29839e30_0_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g32f29839e30_0_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2f07e75262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g32f07e75262_0_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g32f07e75262_0_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2f29839e30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4" name="Google Shape;244;g32f29839e30_0_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g32f29839e30_0_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2f07e75262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g32f07e75262_0_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g32f07e75262_0_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2f07e75262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g32f07e75262_0_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g32f07e75262_0_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172624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2f07e75262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6" name="Google Shape;346;g32f07e75262_0_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g32f07e75262_0_7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2711334d69_2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5" name="Google Shape;355;g32711334d69_2_2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g32711334d69_2_2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5" descr="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19275" y="226032"/>
            <a:ext cx="2705449" cy="642942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5"/>
          <p:cNvSpPr txBox="1">
            <a:spLocks noGrp="1"/>
          </p:cNvSpPr>
          <p:nvPr>
            <p:ph type="ctrTitle"/>
          </p:nvPr>
        </p:nvSpPr>
        <p:spPr>
          <a:xfrm>
            <a:off x="488999" y="1090928"/>
            <a:ext cx="8166000" cy="1418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lgerian"/>
              <a:buNone/>
            </a:pPr>
            <a:r>
              <a:rPr lang="en" sz="3300" u="sng" dirty="0">
                <a:latin typeface="Palatino Linotype" panose="02040502050505030304" pitchFamily="18" charset="0"/>
                <a:ea typeface="Algerian"/>
                <a:cs typeface="Algerian"/>
                <a:sym typeface="Algerian"/>
              </a:rPr>
              <a:t>Senior Design Project</a:t>
            </a:r>
            <a:br>
              <a:rPr lang="en" sz="2400" dirty="0">
                <a:latin typeface="Calibri"/>
                <a:ea typeface="Calibri"/>
                <a:cs typeface="Calibri"/>
                <a:sym typeface="Calibri"/>
              </a:rPr>
            </a:br>
            <a:br>
              <a:rPr lang="en" sz="2400" u="sng" dirty="0">
                <a:latin typeface="Calibri"/>
                <a:ea typeface="Calibri"/>
                <a:cs typeface="Calibri"/>
                <a:sym typeface="Calibri"/>
              </a:rPr>
            </a:br>
            <a:r>
              <a:rPr lang="en" sz="2000" b="1" u="sng" dirty="0">
                <a:latin typeface="Bookman Old Style" panose="02050604050505020204" pitchFamily="18" charset="0"/>
                <a:sym typeface="Calibri"/>
              </a:rPr>
              <a:t>TITLE : </a:t>
            </a:r>
            <a:r>
              <a:rPr lang="en-US" sz="2000" u="sng" dirty="0">
                <a:latin typeface="Bookman Old Style" panose="02050604050505020204" pitchFamily="18" charset="0"/>
              </a:rPr>
              <a:t>Design and Layout of 8-bit Current Steering DAC</a:t>
            </a:r>
            <a:endParaRPr sz="2000" b="1" u="sng" dirty="0">
              <a:latin typeface="Bookman Old Style" panose="02050604050505020204" pitchFamily="18" charset="0"/>
              <a:ea typeface="Algerian"/>
              <a:cs typeface="Algerian"/>
              <a:sym typeface="Algerian"/>
            </a:endParaRPr>
          </a:p>
        </p:txBody>
      </p:sp>
      <p:graphicFrame>
        <p:nvGraphicFramePr>
          <p:cNvPr id="131" name="Google Shape;131;p25"/>
          <p:cNvGraphicFramePr/>
          <p:nvPr>
            <p:extLst>
              <p:ext uri="{D42A27DB-BD31-4B8C-83A1-F6EECF244321}">
                <p14:modId xmlns:p14="http://schemas.microsoft.com/office/powerpoint/2010/main" val="3416879163"/>
              </p:ext>
            </p:extLst>
          </p:nvPr>
        </p:nvGraphicFramePr>
        <p:xfrm>
          <a:off x="2014654" y="2731553"/>
          <a:ext cx="4803858" cy="2021875"/>
        </p:xfrm>
        <a:graphic>
          <a:graphicData uri="http://schemas.openxmlformats.org/drawingml/2006/table">
            <a:tbl>
              <a:tblPr firstRow="1" bandRow="1">
                <a:noFill/>
                <a:tableStyleId>{B11CB62A-9840-4C5A-8DBF-F8D39E75C9C8}</a:tableStyleId>
              </a:tblPr>
              <a:tblGrid>
                <a:gridCol w="24034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0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9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400" u="none" strike="noStrike" cap="none" dirty="0"/>
                        <a:t>NAME</a:t>
                      </a:r>
                      <a:endParaRPr sz="80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/>
                        <a:t>  USN</a:t>
                      </a:r>
                      <a:endParaRPr sz="80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1971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40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Akash Biradar</a:t>
                      </a:r>
                      <a:endParaRPr sz="140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dirty="0"/>
                        <a:t>01FE22BEC287</a:t>
                      </a:r>
                      <a:endParaRPr sz="80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40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Krishna Sebani</a:t>
                      </a:r>
                      <a:endParaRPr sz="140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400" u="none" strike="noStrike" cap="none" dirty="0"/>
                        <a:t>01FE22BEC302</a:t>
                      </a:r>
                      <a:endParaRPr sz="80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9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r>
                        <a:rPr lang="en" sz="140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aju Barker</a:t>
                      </a:r>
                      <a:endParaRPr sz="140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400" u="none" strike="noStrike" cap="none" dirty="0"/>
                        <a:t>01FE22BEC274</a:t>
                      </a:r>
                      <a:endParaRPr sz="80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9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40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Rohit Mandalollu</a:t>
                      </a:r>
                      <a:endParaRPr sz="140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400" u="none" strike="noStrike" cap="none" dirty="0"/>
                        <a:t>01FE22BEC257</a:t>
                      </a:r>
                      <a:endParaRPr sz="80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7" name="Google Shape;137;p26"/>
          <p:cNvCxnSpPr/>
          <p:nvPr/>
        </p:nvCxnSpPr>
        <p:spPr>
          <a:xfrm>
            <a:off x="0" y="626912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E4948A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38" name="Google Shape;138;p26" descr="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61239" y="33653"/>
            <a:ext cx="2117790" cy="503287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6"/>
          <p:cNvSpPr txBox="1"/>
          <p:nvPr/>
        </p:nvSpPr>
        <p:spPr>
          <a:xfrm>
            <a:off x="422578" y="182087"/>
            <a:ext cx="2337075" cy="44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alibri"/>
              <a:buNone/>
            </a:pPr>
            <a:r>
              <a:rPr lang="en" sz="2800" b="1" i="0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" sz="2800" b="1" dirty="0">
                <a:latin typeface="Calibri"/>
                <a:ea typeface="Calibri"/>
                <a:cs typeface="Calibri"/>
                <a:sym typeface="Calibri"/>
              </a:rPr>
              <a:t>ntroduction</a:t>
            </a:r>
            <a:endParaRPr sz="2800" b="0" i="0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6"/>
          <p:cNvSpPr txBox="1"/>
          <p:nvPr/>
        </p:nvSpPr>
        <p:spPr>
          <a:xfrm>
            <a:off x="79763" y="720113"/>
            <a:ext cx="8959275" cy="423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B7766D-BAEE-4925-8BD2-A1C2EECCB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0" y="1100268"/>
            <a:ext cx="857841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Digital-to-analog converters (DACs) are key components in modern mixed-signal and communication systems.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They convert digital data into continuous-time analog signals for applications such as wireless communication, video processing, and instrumentation.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Increasing system speed and scaling of CMOS technology make high-resolution and low-power DAC design challenging.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Current-steering DACs are widely used in high-speed applications due to their fast settling time and good compatibility with CMOS processes.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Different DAC architectures involve trade-offs between speed, linearity, power, and area.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Segmented DAC architectures help balance these trade-offs by improving performance while maintaining efficiency.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6" name="Google Shape;146;p27"/>
          <p:cNvCxnSpPr/>
          <p:nvPr/>
        </p:nvCxnSpPr>
        <p:spPr>
          <a:xfrm>
            <a:off x="0" y="626912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E4948A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47" name="Google Shape;147;p27" descr="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61239" y="33653"/>
            <a:ext cx="2117790" cy="503287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7"/>
          <p:cNvSpPr txBox="1"/>
          <p:nvPr/>
        </p:nvSpPr>
        <p:spPr>
          <a:xfrm>
            <a:off x="400600" y="182012"/>
            <a:ext cx="3127491" cy="4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alibri"/>
              <a:buNone/>
            </a:pPr>
            <a:r>
              <a:rPr lang="en" sz="2800" b="1" dirty="0"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sz="2800" b="0" i="0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7"/>
          <p:cNvSpPr txBox="1"/>
          <p:nvPr/>
        </p:nvSpPr>
        <p:spPr>
          <a:xfrm>
            <a:off x="497840" y="1890320"/>
            <a:ext cx="8310880" cy="42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Design and implement an 8-bit segmented current-steering Digital-to-Analog Converter (DAC) using UMC 180 nm CMOS technology to convert digital input codes into accurate and monotonic analog output signals suitable for high-speed mixed-signal applications.</a:t>
            </a:r>
            <a:endParaRPr sz="1800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5" name="Google Shape;155;p28"/>
          <p:cNvCxnSpPr/>
          <p:nvPr/>
        </p:nvCxnSpPr>
        <p:spPr>
          <a:xfrm>
            <a:off x="0" y="626912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E4948A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56" name="Google Shape;156;p28" descr="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61239" y="33653"/>
            <a:ext cx="2117790" cy="503287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8"/>
          <p:cNvSpPr txBox="1"/>
          <p:nvPr/>
        </p:nvSpPr>
        <p:spPr>
          <a:xfrm>
            <a:off x="363574" y="182012"/>
            <a:ext cx="5588280" cy="4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alibri"/>
              <a:buNone/>
            </a:pPr>
            <a:r>
              <a:rPr lang="en" sz="2800" b="1" i="0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 sz="2800" b="0" i="0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7E5794-9BC1-4D1E-8487-A834015C0FF9}"/>
              </a:ext>
            </a:extLst>
          </p:cNvPr>
          <p:cNvSpPr txBox="1"/>
          <p:nvPr/>
        </p:nvSpPr>
        <p:spPr>
          <a:xfrm>
            <a:off x="363574" y="981840"/>
            <a:ext cx="8666480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Design an 8-bit segmented current-steering DAC with binary-weighted LSBs and thermometer-coded MSBs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Operate the DAC with a 1.8 V supply voltage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Achieve 256 discrete output levels with monotonic behavior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Minimize glitch energy, especially during major code transitions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Improve Differential Non-Linearity (DNL) and Integral Non-Linearity (INL)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Ensure synchronous switching of current sources using clocked registers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Achieve a full-scale output current of approximately 490 µA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Implement layout-aware design techniques to reduce mismatch and 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parasitics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Verify performance through pre-layout and post-layout simulations, including DRC and LVS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4" name="Google Shape;164;p29"/>
          <p:cNvCxnSpPr/>
          <p:nvPr/>
        </p:nvCxnSpPr>
        <p:spPr>
          <a:xfrm>
            <a:off x="0" y="626912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E4948A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65" name="Google Shape;165;p29" descr="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61239" y="33653"/>
            <a:ext cx="2117790" cy="503287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9"/>
          <p:cNvSpPr txBox="1"/>
          <p:nvPr/>
        </p:nvSpPr>
        <p:spPr>
          <a:xfrm>
            <a:off x="200538" y="182012"/>
            <a:ext cx="5557800" cy="4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alibri"/>
              <a:buNone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 Methodology</a:t>
            </a:r>
            <a:endParaRPr sz="2800" b="1" i="0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CF78D84-A4E8-4E7F-8911-E71E270D65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060" y="981840"/>
            <a:ext cx="8285880" cy="37599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3" name="Google Shape;173;p30"/>
          <p:cNvCxnSpPr/>
          <p:nvPr/>
        </p:nvCxnSpPr>
        <p:spPr>
          <a:xfrm>
            <a:off x="0" y="626912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E4948A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74" name="Google Shape;174;p30" descr="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61239" y="33653"/>
            <a:ext cx="2117790" cy="503287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30"/>
          <p:cNvSpPr txBox="1"/>
          <p:nvPr/>
        </p:nvSpPr>
        <p:spPr>
          <a:xfrm>
            <a:off x="170058" y="137026"/>
            <a:ext cx="5557800" cy="4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alibri"/>
              <a:buNone/>
            </a:pPr>
            <a:r>
              <a:rPr lang="en" sz="2800" b="1" dirty="0">
                <a:latin typeface="Calibri"/>
                <a:ea typeface="Calibri"/>
                <a:cs typeface="Calibri"/>
                <a:sym typeface="Calibri"/>
              </a:rPr>
              <a:t> Circuit Schematic</a:t>
            </a:r>
            <a:endParaRPr sz="2800" b="0" i="0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3F2EB1-7CAF-4296-8D95-585FC491DA0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430" r="5479"/>
          <a:stretch/>
        </p:blipFill>
        <p:spPr>
          <a:xfrm>
            <a:off x="914702" y="806251"/>
            <a:ext cx="7105432" cy="400958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2" name="Google Shape;182;p31"/>
          <p:cNvCxnSpPr/>
          <p:nvPr/>
        </p:nvCxnSpPr>
        <p:spPr>
          <a:xfrm>
            <a:off x="0" y="626912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E4948A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83" name="Google Shape;183;p31" descr="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61239" y="33653"/>
            <a:ext cx="2117790" cy="503287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1"/>
          <p:cNvSpPr txBox="1"/>
          <p:nvPr/>
        </p:nvSpPr>
        <p:spPr>
          <a:xfrm>
            <a:off x="396240" y="137026"/>
            <a:ext cx="5557800" cy="4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alibri"/>
              <a:buNone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Row and Column Coder</a:t>
            </a:r>
            <a:endParaRPr sz="2800" b="1" i="0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C4F441-2860-4432-9BE7-B80A10688C2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4945" r="5063"/>
          <a:stretch/>
        </p:blipFill>
        <p:spPr>
          <a:xfrm>
            <a:off x="4571998" y="938426"/>
            <a:ext cx="3989770" cy="377583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AD193CE-636A-4AB8-908E-60A4FADF9E0D}"/>
              </a:ext>
            </a:extLst>
          </p:cNvPr>
          <p:cNvSpPr/>
          <p:nvPr/>
        </p:nvSpPr>
        <p:spPr>
          <a:xfrm>
            <a:off x="396240" y="938429"/>
            <a:ext cx="4074160" cy="38525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F86B9-8629-4AE8-98CB-E5C801ED765B}"/>
              </a:ext>
            </a:extLst>
          </p:cNvPr>
          <p:cNvSpPr/>
          <p:nvPr/>
        </p:nvSpPr>
        <p:spPr>
          <a:xfrm>
            <a:off x="4572000" y="938426"/>
            <a:ext cx="4267200" cy="38525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F94BA8B-5A7B-478A-B8D7-63B6AFD271E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0333" t="3365" r="19111"/>
          <a:stretch/>
        </p:blipFill>
        <p:spPr>
          <a:xfrm>
            <a:off x="477521" y="1037729"/>
            <a:ext cx="3921760" cy="36765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1" name="Google Shape;191;p32"/>
          <p:cNvCxnSpPr/>
          <p:nvPr/>
        </p:nvCxnSpPr>
        <p:spPr>
          <a:xfrm>
            <a:off x="0" y="626912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E4948A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92" name="Google Shape;192;p32" descr="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61239" y="33653"/>
            <a:ext cx="2117790" cy="503287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2"/>
          <p:cNvSpPr txBox="1"/>
          <p:nvPr/>
        </p:nvSpPr>
        <p:spPr>
          <a:xfrm>
            <a:off x="358158" y="182794"/>
            <a:ext cx="5557800" cy="4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alibri"/>
              <a:buNone/>
            </a:pPr>
            <a:r>
              <a:rPr lang="en" sz="2800" b="1" i="0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Register and Binary DAC</a:t>
            </a:r>
            <a:endParaRPr sz="2800" b="0" i="0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C41665-6C93-40B8-9480-464E66BBD64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6000" r="29444"/>
          <a:stretch/>
        </p:blipFill>
        <p:spPr>
          <a:xfrm>
            <a:off x="358158" y="661922"/>
            <a:ext cx="3179288" cy="43930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E85322-52B2-4253-8674-D4C9325DAD8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6776" r="13350"/>
          <a:stretch/>
        </p:blipFill>
        <p:spPr>
          <a:xfrm>
            <a:off x="3590324" y="968475"/>
            <a:ext cx="5195518" cy="354811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76FD449-63FB-4FC6-95E2-4B16DA3BF804}"/>
              </a:ext>
            </a:extLst>
          </p:cNvPr>
          <p:cNvSpPr/>
          <p:nvPr/>
        </p:nvSpPr>
        <p:spPr>
          <a:xfrm>
            <a:off x="254000" y="833120"/>
            <a:ext cx="3283446" cy="40843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A4C4BD-4F6F-40DE-AB13-A89C449B4E77}"/>
              </a:ext>
            </a:extLst>
          </p:cNvPr>
          <p:cNvSpPr/>
          <p:nvPr/>
        </p:nvSpPr>
        <p:spPr>
          <a:xfrm>
            <a:off x="3738880" y="833120"/>
            <a:ext cx="5046962" cy="40843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0" name="Google Shape;200;p33"/>
          <p:cNvCxnSpPr/>
          <p:nvPr/>
        </p:nvCxnSpPr>
        <p:spPr>
          <a:xfrm>
            <a:off x="0" y="626912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E4948A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01" name="Google Shape;201;p33" descr="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61239" y="33653"/>
            <a:ext cx="2117790" cy="503287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3"/>
          <p:cNvSpPr txBox="1"/>
          <p:nvPr/>
        </p:nvSpPr>
        <p:spPr>
          <a:xfrm>
            <a:off x="487680" y="151483"/>
            <a:ext cx="5557800" cy="4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alibri"/>
              <a:buNone/>
            </a:pPr>
            <a:r>
              <a:rPr lang="en" sz="2800" b="1" i="0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Thermometer DAC</a:t>
            </a:r>
            <a:endParaRPr sz="2800" b="0" i="0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EFACE8-F159-4AB3-BB05-3B8E3CB22D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94" y="716885"/>
            <a:ext cx="7254240" cy="405268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75EDC56-DC3E-40CE-AC17-544A3DE33BAF}"/>
              </a:ext>
            </a:extLst>
          </p:cNvPr>
          <p:cNvSpPr/>
          <p:nvPr/>
        </p:nvSpPr>
        <p:spPr>
          <a:xfrm>
            <a:off x="487680" y="894080"/>
            <a:ext cx="8006080" cy="38754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1" name="Google Shape;211;p34"/>
          <p:cNvCxnSpPr/>
          <p:nvPr/>
        </p:nvCxnSpPr>
        <p:spPr>
          <a:xfrm>
            <a:off x="0" y="626912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E4948A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12" name="Google Shape;212;p34" descr="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61239" y="33653"/>
            <a:ext cx="2117790" cy="503287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34"/>
          <p:cNvSpPr txBox="1"/>
          <p:nvPr/>
        </p:nvSpPr>
        <p:spPr>
          <a:xfrm>
            <a:off x="463349" y="182012"/>
            <a:ext cx="5557800" cy="4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alibri"/>
              <a:buNone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Implementation details</a:t>
            </a:r>
            <a:endParaRPr sz="2800" b="1" i="0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D46C11-9CAD-467B-AD45-136E4EB9ADC9}"/>
              </a:ext>
            </a:extLst>
          </p:cNvPr>
          <p:cNvSpPr txBox="1"/>
          <p:nvPr/>
        </p:nvSpPr>
        <p:spPr>
          <a:xfrm>
            <a:off x="463349" y="716885"/>
            <a:ext cx="861568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1. Register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Stores the digital input data before conversion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Uses D-latches clocked by a common high-frequency clock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Ensures all DAC control signals switch simultaneously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Reduces timing mismatch and glitch energy</a:t>
            </a:r>
          </a:p>
          <a:p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2. Segmented Current-Steering DAC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DAC architecture combining binary and thermometer coding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LSBs use binary-weighted currents for area efficiency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MSBs use thermometer coding for better linearity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Provides a balance between speed, accuracy, and area</a:t>
            </a:r>
          </a:p>
          <a:p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3. Row Coder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Part of the thermometer-coded MSB section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Generates horizontal enable signals for current cell rows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Reduces decoder complexity and routing congestion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Helps maintain symmetry and timing matching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0" name="Google Shape;220;p35"/>
          <p:cNvCxnSpPr/>
          <p:nvPr/>
        </p:nvCxnSpPr>
        <p:spPr>
          <a:xfrm>
            <a:off x="0" y="626912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E4948A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21" name="Google Shape;221;p35" descr="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61239" y="33653"/>
            <a:ext cx="2117790" cy="503287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5"/>
          <p:cNvSpPr txBox="1"/>
          <p:nvPr/>
        </p:nvSpPr>
        <p:spPr>
          <a:xfrm>
            <a:off x="472156" y="182012"/>
            <a:ext cx="5557800" cy="4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>
              <a:lnSpc>
                <a:spcPct val="110000"/>
              </a:lnSpc>
              <a:buSzPts val="2100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Implementation details</a:t>
            </a:r>
            <a:endParaRPr lang="en-US" sz="2800" b="1" i="0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889464-3C62-4041-8701-85BFBED9169F}"/>
              </a:ext>
            </a:extLst>
          </p:cNvPr>
          <p:cNvSpPr txBox="1"/>
          <p:nvPr/>
        </p:nvSpPr>
        <p:spPr>
          <a:xfrm>
            <a:off x="472156" y="716884"/>
            <a:ext cx="856488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4. Column Coder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Works along with the row coder in MSB decoding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Generates vertical enable signals for current cell columns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Activates a unit current cell only when both row and column are enabled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Improves layout regularity and scalability</a:t>
            </a:r>
          </a:p>
          <a:p>
            <a:endParaRPr lang="en-US" sz="16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5. Thermometer Coder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Converts binary MSB input into thermometer code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Ensures only one unit current cell switches per code change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Guarantees monotonic operation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Reduces DNL and glitch energy</a:t>
            </a:r>
          </a:p>
          <a:p>
            <a:endParaRPr lang="en-US" sz="16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6. Binary-Weighted Coder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Used in the LSB section of the DAC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Assigns currents in powers of two (ILSB, 2ILSB, 4ILSB, etc.)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Requires fewer current sources than thermometer coding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Provides fine resolution with low area overhead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9" name="Google Shape;229;p36"/>
          <p:cNvCxnSpPr/>
          <p:nvPr/>
        </p:nvCxnSpPr>
        <p:spPr>
          <a:xfrm>
            <a:off x="0" y="626912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E4948A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30" name="Google Shape;230;p36" descr="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61239" y="33653"/>
            <a:ext cx="2117790" cy="503287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6"/>
          <p:cNvSpPr txBox="1"/>
          <p:nvPr/>
        </p:nvSpPr>
        <p:spPr>
          <a:xfrm>
            <a:off x="78618" y="127050"/>
            <a:ext cx="5557800" cy="4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alibri"/>
              <a:buNone/>
            </a:pPr>
            <a:endParaRPr lang="en-US" sz="800" b="0" i="0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9DABB3-FE77-4EF8-ABD0-CB6521D8860C}"/>
              </a:ext>
            </a:extLst>
          </p:cNvPr>
          <p:cNvSpPr txBox="1"/>
          <p:nvPr/>
        </p:nvSpPr>
        <p:spPr>
          <a:xfrm>
            <a:off x="243840" y="926961"/>
            <a:ext cx="8249920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Unit Current Cell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: Generates a precise reference current and steers it to the output based on digital control.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Current Steering Switch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: Directs current to positive or negative output while keeping total current constant.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Differential Outputs (Iout+ / Iout−)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: Provide better noise immunity and reduce supply and substrate noise effects.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Current-to-Voltage Converter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: Converts DAC output current into a proportional voltage for evaluation.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Layout Techniques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Use symmetric routing, common-centroid placement, and guard rings to reduce mismatch and noise.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Power Mesh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: Wide metal network ensuring uniform VDD/VSS distribution and low IR drop.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DRC (Design Rule Check)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: Ensures layout follows fabrication design rules.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LVS (Layout Versus Schematic)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: Confirms the physical layout matches the schematic design.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7" name="Google Shape;231;p36">
            <a:extLst>
              <a:ext uri="{FF2B5EF4-FFF2-40B4-BE49-F238E27FC236}">
                <a16:creationId xmlns:a16="http://schemas.microsoft.com/office/drawing/2014/main" id="{0B60B328-9C12-4EDC-8F32-8E957EB4352E}"/>
              </a:ext>
            </a:extLst>
          </p:cNvPr>
          <p:cNvSpPr txBox="1"/>
          <p:nvPr/>
        </p:nvSpPr>
        <p:spPr>
          <a:xfrm>
            <a:off x="394311" y="182012"/>
            <a:ext cx="5557800" cy="4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>
              <a:lnSpc>
                <a:spcPct val="110000"/>
              </a:lnSpc>
              <a:buSzPts val="2100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Implementation details</a:t>
            </a:r>
            <a:endParaRPr lang="en-US" sz="2800" b="1" i="0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8" name="Google Shape;238;p37"/>
          <p:cNvCxnSpPr/>
          <p:nvPr/>
        </p:nvCxnSpPr>
        <p:spPr>
          <a:xfrm>
            <a:off x="0" y="626912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E4948A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39" name="Google Shape;239;p37" descr="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61239" y="33653"/>
            <a:ext cx="2117790" cy="503287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7"/>
          <p:cNvSpPr txBox="1"/>
          <p:nvPr/>
        </p:nvSpPr>
        <p:spPr>
          <a:xfrm>
            <a:off x="314870" y="182012"/>
            <a:ext cx="5557800" cy="4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alibri"/>
              <a:buNone/>
            </a:pPr>
            <a:r>
              <a:rPr lang="en" sz="2800" b="1" i="0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sz="2800" b="0" i="0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F6055F-D36B-4C6B-8F54-75F64D8A4E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791090"/>
            <a:ext cx="8117840" cy="406931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7" name="Google Shape;247;p38"/>
          <p:cNvCxnSpPr/>
          <p:nvPr/>
        </p:nvCxnSpPr>
        <p:spPr>
          <a:xfrm>
            <a:off x="0" y="626912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E4948A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48" name="Google Shape;248;p38" descr="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61239" y="33653"/>
            <a:ext cx="2117790" cy="503287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38"/>
          <p:cNvSpPr txBox="1"/>
          <p:nvPr/>
        </p:nvSpPr>
        <p:spPr>
          <a:xfrm>
            <a:off x="367985" y="182012"/>
            <a:ext cx="5557800" cy="4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alibri"/>
              <a:buNone/>
            </a:pPr>
            <a:r>
              <a:rPr lang="en" sz="2800" b="1" dirty="0">
                <a:latin typeface="Calibri"/>
                <a:ea typeface="Calibri"/>
                <a:cs typeface="Calibri"/>
                <a:sym typeface="Calibri"/>
              </a:rPr>
              <a:t>Full Custom Layout</a:t>
            </a:r>
            <a:endParaRPr sz="2800" b="0" i="0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38"/>
          <p:cNvSpPr txBox="1"/>
          <p:nvPr/>
        </p:nvSpPr>
        <p:spPr>
          <a:xfrm>
            <a:off x="119100" y="749625"/>
            <a:ext cx="8910300" cy="3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4C433B-0599-4BB9-BFA0-85A059E07C4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555" r="10333"/>
          <a:stretch/>
        </p:blipFill>
        <p:spPr>
          <a:xfrm>
            <a:off x="792480" y="749625"/>
            <a:ext cx="7416800" cy="416449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6" name="Google Shape;256;p39"/>
          <p:cNvCxnSpPr/>
          <p:nvPr/>
        </p:nvCxnSpPr>
        <p:spPr>
          <a:xfrm>
            <a:off x="0" y="626912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E4948A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57" name="Google Shape;257;p39" descr="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61239" y="33653"/>
            <a:ext cx="2117790" cy="503287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39"/>
          <p:cNvSpPr txBox="1"/>
          <p:nvPr/>
        </p:nvSpPr>
        <p:spPr>
          <a:xfrm>
            <a:off x="402709" y="182012"/>
            <a:ext cx="5557800" cy="4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alibri"/>
              <a:buNone/>
            </a:pPr>
            <a:r>
              <a:rPr lang="en" sz="2800" b="1" i="0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Layout Verification : DRC</a:t>
            </a:r>
            <a:endParaRPr sz="2800" b="0" i="0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1CF472-1C02-4F9C-A7FE-E07A93652D7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445" t="17383" r="6889" b="12188"/>
          <a:stretch/>
        </p:blipFill>
        <p:spPr>
          <a:xfrm>
            <a:off x="833120" y="870206"/>
            <a:ext cx="7477760" cy="396595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6" name="Google Shape;256;p39"/>
          <p:cNvCxnSpPr/>
          <p:nvPr/>
        </p:nvCxnSpPr>
        <p:spPr>
          <a:xfrm>
            <a:off x="0" y="626912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E4948A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57" name="Google Shape;257;p39" descr="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61239" y="33653"/>
            <a:ext cx="2117790" cy="503287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39"/>
          <p:cNvSpPr txBox="1"/>
          <p:nvPr/>
        </p:nvSpPr>
        <p:spPr>
          <a:xfrm>
            <a:off x="460583" y="182012"/>
            <a:ext cx="5557800" cy="4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alibri"/>
              <a:buNone/>
            </a:pPr>
            <a:r>
              <a:rPr lang="en" sz="2800" b="1" i="0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Layout Verification : </a:t>
            </a:r>
            <a:r>
              <a:rPr lang="en" sz="2800" b="1" dirty="0">
                <a:latin typeface="Calibri"/>
                <a:ea typeface="Calibri"/>
                <a:cs typeface="Calibri"/>
                <a:sym typeface="Calibri"/>
              </a:rPr>
              <a:t>LVS</a:t>
            </a:r>
            <a:endParaRPr sz="2800" b="0" i="0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7E65EA-4097-4BD0-BE76-777CA519082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556" t="15605" r="2667" b="8345"/>
          <a:stretch/>
        </p:blipFill>
        <p:spPr>
          <a:xfrm>
            <a:off x="948843" y="904243"/>
            <a:ext cx="7246314" cy="394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0001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9" name="Google Shape;349;p48"/>
          <p:cNvCxnSpPr/>
          <p:nvPr/>
        </p:nvCxnSpPr>
        <p:spPr>
          <a:xfrm>
            <a:off x="0" y="626912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E4948A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50" name="Google Shape;350;p48" descr="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61239" y="33653"/>
            <a:ext cx="2117790" cy="503287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48"/>
          <p:cNvSpPr txBox="1"/>
          <p:nvPr/>
        </p:nvSpPr>
        <p:spPr>
          <a:xfrm>
            <a:off x="312516" y="179165"/>
            <a:ext cx="5557800" cy="4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alibri"/>
              <a:buNone/>
            </a:pPr>
            <a:r>
              <a:rPr lang="en" sz="2800" b="1" dirty="0">
                <a:latin typeface="Calibri"/>
                <a:ea typeface="Calibri"/>
                <a:cs typeface="Calibri"/>
                <a:sym typeface="Calibri"/>
              </a:rPr>
              <a:t>Results and conclusions</a:t>
            </a:r>
            <a:endParaRPr sz="2800" b="0" i="0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E715B6A-0505-4ED0-8EDF-A1648DBFD50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76177" y="1302635"/>
            <a:ext cx="8391646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Successfully designed and implemented an 8-bit segmented current-steering DAC in UMC 180 nm CMOS technology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Achieved 256 monotonic output levels with proper staircase behavior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Glitch energy significantly reduced, especially during major code transitions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DNL maintained within ±1 LSB, ensuring no missing codes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INL remained low, indicating good overall linearity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Differential output currents showed excellent matching and noise immunity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Register-based synchronous switching ensured stable high-speed operation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Post-layout simulations closely matched schematic-level results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DRC and LVS passed, confirming layout correctness and manufacturability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8" name="Google Shape;358;p49"/>
          <p:cNvCxnSpPr/>
          <p:nvPr/>
        </p:nvCxnSpPr>
        <p:spPr>
          <a:xfrm>
            <a:off x="0" y="626912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E4948A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59" name="Google Shape;359;p49" descr="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61239" y="33653"/>
            <a:ext cx="2117790" cy="503287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49"/>
          <p:cNvSpPr/>
          <p:nvPr/>
        </p:nvSpPr>
        <p:spPr>
          <a:xfrm>
            <a:off x="0" y="0"/>
            <a:ext cx="9144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49"/>
          <p:cNvSpPr txBox="1"/>
          <p:nvPr/>
        </p:nvSpPr>
        <p:spPr>
          <a:xfrm>
            <a:off x="3185644" y="2204888"/>
            <a:ext cx="3093975" cy="684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4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744</Words>
  <Application>Microsoft Office PowerPoint</Application>
  <PresentationFormat>On-screen Show (16:9)</PresentationFormat>
  <Paragraphs>113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Algerian</vt:lpstr>
      <vt:lpstr>Arial</vt:lpstr>
      <vt:lpstr>Bookman Old Style</vt:lpstr>
      <vt:lpstr>Calibri</vt:lpstr>
      <vt:lpstr>Cambria</vt:lpstr>
      <vt:lpstr>Palatino Linotype</vt:lpstr>
      <vt:lpstr>Wingdings</vt:lpstr>
      <vt:lpstr>Simple Light</vt:lpstr>
      <vt:lpstr>Office Theme</vt:lpstr>
      <vt:lpstr>Senior Design Project  TITLE : Design and Layout of 8-bit Current Steering DAC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Senior design project  TITLE: Design and Implementation of Buck Converter</dc:title>
  <dc:creator>Ujwal Rachoti</dc:creator>
  <cp:lastModifiedBy>Ujwal Rachoti</cp:lastModifiedBy>
  <cp:revision>1</cp:revision>
  <dcterms:modified xsi:type="dcterms:W3CDTF">2025-12-16T15:23:07Z</dcterms:modified>
</cp:coreProperties>
</file>